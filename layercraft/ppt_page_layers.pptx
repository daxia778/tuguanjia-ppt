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88952" cy="6859930"/>
  <p:notesSz cx="12188952" cy="685993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88952" cy="6859930"/>
          <a:chOff x="0" y="0"/>
          <a:chExt cx="12188952" cy="685993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layer_1.png"/>
<Relationship Id="rId3" Type="http://schemas.openxmlformats.org/officeDocument/2006/relationships/image" Target="../media/layer_2.png"/>
<Relationship Id="rId4" Type="http://schemas.openxmlformats.org/officeDocument/2006/relationships/image" Target="../media/layer_3.png"/>
<Relationship Id="rId5" Type="http://schemas.openxmlformats.org/officeDocument/2006/relationships/image" Target="../media/layer_4.png"/>
<Relationship Id="rId6" Type="http://schemas.openxmlformats.org/officeDocument/2006/relationships/image" Target="../media/layer_5.png"/>
<Relationship Id="rId7" Type="http://schemas.openxmlformats.org/officeDocument/2006/relationships/image" Target="../media/layer_6.png"/>
<Relationship Id="rId8" Type="http://schemas.openxmlformats.org/officeDocument/2006/relationships/image" Target="../media/layer_7.png"/>
<Relationship Id="rId9" Type="http://schemas.openxmlformats.org/officeDocument/2006/relationships/image" Target="../media/layer_8.png"/>
<Relationship Id="rId10" Type="http://schemas.openxmlformats.org/officeDocument/2006/relationships/image" Target="../media/layer_9.png"/>
<Relationship Id="rId11" Type="http://schemas.openxmlformats.org/officeDocument/2006/relationships/image" Target="../media/layer_10.png"/>
<Relationship Id="rId12" Type="http://schemas.openxmlformats.org/officeDocument/2006/relationships/image" Target="../media/layer_11.png"/>
<Relationship Id="rId13" Type="http://schemas.openxmlformats.org/officeDocument/2006/relationships/image" Target="../media/layer_12.png"/>
<Relationship Id="rId14" Type="http://schemas.openxmlformats.org/officeDocument/2006/relationships/image" Target="../media/layer_13.png"/>
<Relationship Id="rId15" Type="http://schemas.openxmlformats.org/officeDocument/2006/relationships/image" Target="../media/layer_14.png"/>
<Relationship Id="rId16" Type="http://schemas.openxmlformats.org/officeDocument/2006/relationships/image" Target="../media/layer_15.png"/>
<Relationship Id="rId17" Type="http://schemas.openxmlformats.org/officeDocument/2006/relationships/image" Target="../media/layer_16.png"/>
<Relationship Id="rId18" Type="http://schemas.openxmlformats.org/officeDocument/2006/relationships/image" Target="../media/layer_17.png"/>
<Relationship Id="rId19" Type="http://schemas.openxmlformats.org/officeDocument/2006/relationships/image" Target="../media/layer_18.png"/>
<Relationship Id="rId20" Type="http://schemas.openxmlformats.org/officeDocument/2006/relationships/image" Target="../media/layer_19.png"/>
<Relationship Id="rId21" Type="http://schemas.openxmlformats.org/officeDocument/2006/relationships/image" Target="../media/layer_20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original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88952" cy="6859930"/>
          <a:chOff x="0" y="0"/>
          <a:chExt cx="12188952" cy="6859930"/>
        </a:xfrm>
      </p:grpSpPr>
      <p:pic>
        <p:nvPicPr>
          <p:cNvPr id="2" name="元素_1" descr="元素_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32" y="1232017"/>
            <a:ext cx="5744553" cy="3185748"/>
          </a:xfrm>
          <a:prstGeom prst="rect">
            <a:avLst/>
          </a:prstGeom>
        </p:spPr>
      </p:pic>
      <p:pic>
        <p:nvPicPr>
          <p:cNvPr id="3" name="元素_2" descr="元素_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666" y="1246597"/>
            <a:ext cx="5759133" cy="3171168"/>
          </a:xfrm>
          <a:prstGeom prst="rect">
            <a:avLst/>
          </a:prstGeom>
        </p:spPr>
      </p:pic>
      <p:pic>
        <p:nvPicPr>
          <p:cNvPr id="4" name="元素_3" descr="元素_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1661" cy="1093506"/>
          </a:xfrm>
          <a:prstGeom prst="rect">
            <a:avLst/>
          </a:prstGeom>
        </p:spPr>
      </p:pic>
      <p:pic>
        <p:nvPicPr>
          <p:cNvPr id="5" name="元素_4" descr="元素_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7376" y="4556276"/>
            <a:ext cx="5766423" cy="2026631"/>
          </a:xfrm>
          <a:prstGeom prst="rect">
            <a:avLst/>
          </a:prstGeom>
        </p:spPr>
      </p:pic>
      <p:pic>
        <p:nvPicPr>
          <p:cNvPr id="6" name="元素_5" descr="元素_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095" y="1662129"/>
            <a:ext cx="2602545" cy="2602545"/>
          </a:xfrm>
          <a:prstGeom prst="rect">
            <a:avLst/>
          </a:prstGeom>
        </p:spPr>
      </p:pic>
      <p:pic>
        <p:nvPicPr>
          <p:cNvPr id="7" name="元素_6" descr="元素_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4303" y="4556276"/>
            <a:ext cx="1800640" cy="2033921"/>
          </a:xfrm>
          <a:prstGeom prst="rect">
            <a:avLst/>
          </a:prstGeom>
        </p:spPr>
      </p:pic>
      <p:pic>
        <p:nvPicPr>
          <p:cNvPr id="8" name="元素_7" descr="元素_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8874" y="4556276"/>
            <a:ext cx="1800640" cy="2026631"/>
          </a:xfrm>
          <a:prstGeom prst="rect">
            <a:avLst/>
          </a:prstGeom>
        </p:spPr>
      </p:pic>
      <p:pic>
        <p:nvPicPr>
          <p:cNvPr id="9" name="元素_8" descr="元素_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732" y="4563566"/>
            <a:ext cx="1807930" cy="2026631"/>
          </a:xfrm>
          <a:prstGeom prst="rect">
            <a:avLst/>
          </a:prstGeom>
        </p:spPr>
      </p:pic>
      <p:pic>
        <p:nvPicPr>
          <p:cNvPr id="10" name="元素_9" descr="元素_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9723" y="1662129"/>
            <a:ext cx="1304917" cy="2084952"/>
          </a:xfrm>
          <a:prstGeom prst="rect">
            <a:avLst/>
          </a:prstGeom>
        </p:spPr>
      </p:pic>
      <p:pic>
        <p:nvPicPr>
          <p:cNvPr id="11" name="元素_10" descr="元素_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5567" y="3346129"/>
            <a:ext cx="1982891" cy="911255"/>
          </a:xfrm>
          <a:prstGeom prst="rect">
            <a:avLst/>
          </a:prstGeom>
        </p:spPr>
      </p:pic>
      <p:pic>
        <p:nvPicPr>
          <p:cNvPr id="12" name="元素_11" descr="元素_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06059" y="5066579"/>
            <a:ext cx="1334077" cy="1275757"/>
          </a:xfrm>
          <a:prstGeom prst="rect">
            <a:avLst/>
          </a:prstGeom>
        </p:spPr>
      </p:pic>
      <p:pic>
        <p:nvPicPr>
          <p:cNvPr id="13" name="元素_12" descr="元素_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03809" y="2361973"/>
            <a:ext cx="1173696" cy="1188276"/>
          </a:xfrm>
          <a:prstGeom prst="rect">
            <a:avLst/>
          </a:prstGeom>
        </p:spPr>
      </p:pic>
      <p:pic>
        <p:nvPicPr>
          <p:cNvPr id="14" name="元素_13" descr="元素_1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2095" y="2143272"/>
            <a:ext cx="831064" cy="1611099"/>
          </a:xfrm>
          <a:prstGeom prst="rect">
            <a:avLst/>
          </a:prstGeom>
        </p:spPr>
      </p:pic>
      <p:pic>
        <p:nvPicPr>
          <p:cNvPr id="15" name="元素_14" descr="元素_1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36172" y="2128692"/>
            <a:ext cx="495722" cy="1669419"/>
          </a:xfrm>
          <a:prstGeom prst="rect">
            <a:avLst/>
          </a:prstGeom>
        </p:spPr>
      </p:pic>
      <p:pic>
        <p:nvPicPr>
          <p:cNvPr id="16" name="元素_15" descr="元素_1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51220" y="597783"/>
            <a:ext cx="3630441" cy="495722"/>
          </a:xfrm>
          <a:prstGeom prst="rect">
            <a:avLst/>
          </a:prstGeom>
        </p:spPr>
      </p:pic>
      <p:pic>
        <p:nvPicPr>
          <p:cNvPr id="17" name="元素_16" descr="元素_1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88311" y="5059289"/>
            <a:ext cx="984155" cy="947705"/>
          </a:xfrm>
          <a:prstGeom prst="rect">
            <a:avLst/>
          </a:prstGeom>
        </p:spPr>
      </p:pic>
      <p:pic>
        <p:nvPicPr>
          <p:cNvPr id="18" name="元素_17" descr="元素_1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46943" y="2478614"/>
            <a:ext cx="495722" cy="1319497"/>
          </a:xfrm>
          <a:prstGeom prst="rect">
            <a:avLst/>
          </a:prstGeom>
        </p:spPr>
      </p:pic>
      <p:pic>
        <p:nvPicPr>
          <p:cNvPr id="19" name="元素_18" descr="元素_1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10147" y="1662129"/>
            <a:ext cx="976865" cy="903965"/>
          </a:xfrm>
          <a:prstGeom prst="rect">
            <a:avLst/>
          </a:prstGeom>
        </p:spPr>
      </p:pic>
      <p:pic>
        <p:nvPicPr>
          <p:cNvPr id="20" name="元素_19" descr="元素_1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57713" y="2668155"/>
            <a:ext cx="488432" cy="1137246"/>
          </a:xfrm>
          <a:prstGeom prst="rect">
            <a:avLst/>
          </a:prstGeom>
        </p:spPr>
      </p:pic>
      <p:pic>
        <p:nvPicPr>
          <p:cNvPr id="21" name="元素_20" descr="元素_2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26164" y="6298596"/>
            <a:ext cx="1786060" cy="2916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88952" cy="6859930"/>
          <a:chOff x="0" y="0"/>
          <a:chExt cx="12188952" cy="6859930"/>
        </a:xfrm>
      </p:grpSpPr>
      <p:pic>
        <p:nvPicPr>
          <p:cNvPr id="2" name="原图参考" descr="原图参考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99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ayerCraf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