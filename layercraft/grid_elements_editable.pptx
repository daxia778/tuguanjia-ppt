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element_1.png"/>
<Relationship Id="rId3" Type="http://schemas.openxmlformats.org/officeDocument/2006/relationships/image" Target="../media/element_2.png"/>
<Relationship Id="rId4" Type="http://schemas.openxmlformats.org/officeDocument/2006/relationships/image" Target="../media/element_3.png"/>
<Relationship Id="rId5" Type="http://schemas.openxmlformats.org/officeDocument/2006/relationships/image" Target="../media/element_4.png"/>
<Relationship Id="rId6" Type="http://schemas.openxmlformats.org/officeDocument/2006/relationships/image" Target="../media/element_5.png"/>
<Relationship Id="rId7" Type="http://schemas.openxmlformats.org/officeDocument/2006/relationships/image" Target="../media/element_6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pic>
        <p:nvPicPr>
          <p:cNvPr id="2" name="元素_1" descr="元素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4" y="13394"/>
            <a:ext cx="3482578" cy="3442394"/>
          </a:xfrm>
          <a:prstGeom prst="rect">
            <a:avLst/>
          </a:prstGeom>
        </p:spPr>
      </p:pic>
      <p:pic>
        <p:nvPicPr>
          <p:cNvPr id="3" name="元素_2" descr="元素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761" y="13394"/>
            <a:ext cx="3228082" cy="3442394"/>
          </a:xfrm>
          <a:prstGeom prst="rect">
            <a:avLst/>
          </a:prstGeom>
        </p:spPr>
      </p:pic>
      <p:pic>
        <p:nvPicPr>
          <p:cNvPr id="4" name="元素_3" descr="元素_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632" y="13394"/>
            <a:ext cx="3495972" cy="3442394"/>
          </a:xfrm>
          <a:prstGeom prst="rect">
            <a:avLst/>
          </a:prstGeom>
        </p:spPr>
      </p:pic>
      <p:pic>
        <p:nvPicPr>
          <p:cNvPr id="5" name="元素_4" descr="元素_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4" y="3482578"/>
            <a:ext cx="3482578" cy="3362027"/>
          </a:xfrm>
          <a:prstGeom prst="rect">
            <a:avLst/>
          </a:prstGeom>
        </p:spPr>
      </p:pic>
      <p:pic>
        <p:nvPicPr>
          <p:cNvPr id="6" name="元素_5" descr="元素_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2761" y="3482578"/>
            <a:ext cx="3228082" cy="3362027"/>
          </a:xfrm>
          <a:prstGeom prst="rect">
            <a:avLst/>
          </a:prstGeom>
        </p:spPr>
      </p:pic>
      <p:pic>
        <p:nvPicPr>
          <p:cNvPr id="7" name="元素_6" descr="元素_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7632" y="3482578"/>
            <a:ext cx="3495972" cy="33620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ayerCraf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