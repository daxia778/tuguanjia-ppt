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jpeg" ContentType="image/jpeg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</Types>
</file>

<file path=_rels/.rels><?xml version="1.0" encoding="UTF-8" standalone="yes"?>
<Relationships xmlns="http://schemas.openxmlformats.org/package/2006/relationships">
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</p:sldIdLst>
  <p:sldSz cx="12192000" cy="6858000"/>
  <p:notesSz cx="12192000" cy="6858000"/>
</p:presentation>
</file>

<file path=ppt/_rels/presentation.xml.rels><?xml version="1.0" encoding="UTF-8" standalone="yes"?>
<Relationships xmlns="http://schemas.openxmlformats.org/package/2006/relationships">
<Relationship Id="rId1" Type="http://schemas.openxmlformats.org/officeDocument/2006/relationships/slideMaster" Target="slideMasters/slideMaster1.xml"/>
<Relationship Id="rId2" Type="http://schemas.openxmlformats.org/officeDocument/2006/relationships/slide" Target="slides/slide1.xml"/>
<Relationship Id="rId3" Type="http://schemas.openxmlformats.org/officeDocument/2006/relationships/slide" Target="slides/slide2.xml"/>
<Relationship Id="rId4" Type="http://schemas.openxmlformats.org/officeDocument/2006/relationships/theme" Target="theme/theme1.xml"/>
</Relationships>
</file>

<file path=ppt/slideLayouts/_rels/slideLayout1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>
    <p:spTree>
      <p:nvGrpSpPr>
        <p:cNvPr id="1" name=""/>
        <p:cNvGrpSpPr/>
        <p:nvPr/>
      </p:nvGrpSpPr>
      <p:grpSpPr/>
    </p:spTree>
  </p:cSld>
</p:sldLayout>
</file>

<file path=ppt/slideMasters/_rels/slideMaster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image" Target="../media/element_1.png"/>
<Relationship Id="rId3" Type="http://schemas.openxmlformats.org/officeDocument/2006/relationships/image" Target="../media/element_2.png"/>
<Relationship Id="rId4" Type="http://schemas.openxmlformats.org/officeDocument/2006/relationships/image" Target="../media/element_3.png"/>
<Relationship Id="rId5" Type="http://schemas.openxmlformats.org/officeDocument/2006/relationships/image" Target="../media/element_4.png"/>
<Relationship Id="rId6" Type="http://schemas.openxmlformats.org/officeDocument/2006/relationships/image" Target="../media/element_5.png"/>
<Relationship Id="rId7" Type="http://schemas.openxmlformats.org/officeDocument/2006/relationships/image" Target="../media/element_6.png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pic>
        <p:nvPicPr>
          <p:cNvPr id="2" name="元素_1" descr="元素_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94" y="13394"/>
            <a:ext cx="3435697" cy="3978175"/>
          </a:xfrm>
          <a:prstGeom prst="rect">
            <a:avLst/>
          </a:prstGeom>
        </p:spPr>
      </p:pic>
      <p:pic>
        <p:nvPicPr>
          <p:cNvPr id="3" name="元素_2" descr="元素_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5880" y="13394"/>
            <a:ext cx="3181201" cy="3978175"/>
          </a:xfrm>
          <a:prstGeom prst="rect">
            <a:avLst/>
          </a:prstGeom>
        </p:spPr>
      </p:pic>
      <p:pic>
        <p:nvPicPr>
          <p:cNvPr id="4" name="元素_3" descr="元素_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83871" y="13394"/>
            <a:ext cx="3589734" cy="3978175"/>
          </a:xfrm>
          <a:prstGeom prst="rect">
            <a:avLst/>
          </a:prstGeom>
        </p:spPr>
      </p:pic>
      <p:pic>
        <p:nvPicPr>
          <p:cNvPr id="5" name="元素_4" descr="元素_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394" y="4018359"/>
            <a:ext cx="3435697" cy="2826246"/>
          </a:xfrm>
          <a:prstGeom prst="rect">
            <a:avLst/>
          </a:prstGeom>
        </p:spPr>
      </p:pic>
      <p:pic>
        <p:nvPicPr>
          <p:cNvPr id="6" name="元素_5" descr="元素_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75880" y="4018359"/>
            <a:ext cx="3181201" cy="2826246"/>
          </a:xfrm>
          <a:prstGeom prst="rect">
            <a:avLst/>
          </a:prstGeom>
        </p:spPr>
      </p:pic>
      <p:pic>
        <p:nvPicPr>
          <p:cNvPr id="7" name="元素_6" descr="元素_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83871" y="4018359"/>
            <a:ext cx="3589734" cy="282624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LayerCraft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</a:ln>
        <a:ln w="25400">
          <a:solidFill>
            <a:schemeClr val="phClr"/>
          </a:solidFill>
        </a:ln>
        <a:ln w="3810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