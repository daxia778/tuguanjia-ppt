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188952" cy="12188952"/>
  <p:notesSz cx="12188952" cy="12188952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slide" Target="slides/slide2.xml"/>
<Relationship Id="rId4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88952" cy="12188952"/>
          <a:chOff x="0" y="0"/>
          <a:chExt cx="12188952" cy="12188952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layer_1.png"/>
<Relationship Id="rId3" Type="http://schemas.openxmlformats.org/officeDocument/2006/relationships/image" Target="../media/layer_2.png"/>
<Relationship Id="rId4" Type="http://schemas.openxmlformats.org/officeDocument/2006/relationships/image" Target="../media/layer_3.png"/>
<Relationship Id="rId5" Type="http://schemas.openxmlformats.org/officeDocument/2006/relationships/image" Target="../media/layer_4.png"/>
<Relationship Id="rId6" Type="http://schemas.openxmlformats.org/officeDocument/2006/relationships/image" Target="../media/layer_5.png"/>
<Relationship Id="rId7" Type="http://schemas.openxmlformats.org/officeDocument/2006/relationships/image" Target="../media/layer_6.png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original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88952" cy="12188952"/>
          <a:chOff x="0" y="0"/>
          <a:chExt cx="12188952" cy="12188952"/>
        </a:xfrm>
      </p:grpSpPr>
      <p:pic>
        <p:nvPicPr>
          <p:cNvPr id="2" name="高亮元素" descr="高亮元素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12188952"/>
          </a:xfrm>
          <a:prstGeom prst="rect">
            <a:avLst/>
          </a:prstGeom>
        </p:spPr>
      </p:pic>
      <p:pic>
        <p:nvPicPr>
          <p:cNvPr id="3" name="天蓝元素" descr="天蓝元素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0574" y="709564"/>
            <a:ext cx="7377523" cy="8738331"/>
          </a:xfrm>
          <a:prstGeom prst="rect">
            <a:avLst/>
          </a:prstGeom>
        </p:spPr>
      </p:pic>
      <p:pic>
        <p:nvPicPr>
          <p:cNvPr id="4" name="元素_3" descr="元素_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0574" y="7814926"/>
            <a:ext cx="7367803" cy="3664461"/>
          </a:xfrm>
          <a:prstGeom prst="rect">
            <a:avLst/>
          </a:prstGeom>
        </p:spPr>
      </p:pic>
      <p:pic>
        <p:nvPicPr>
          <p:cNvPr id="5" name="红色元素" descr="红色元素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4880" y="1253887"/>
            <a:ext cx="2332813" cy="2332813"/>
          </a:xfrm>
          <a:prstGeom prst="rect">
            <a:avLst/>
          </a:prstGeom>
        </p:spPr>
      </p:pic>
      <p:pic>
        <p:nvPicPr>
          <p:cNvPr id="6" name="绿色元素" descr="绿色元素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10574" y="9554816"/>
            <a:ext cx="7377523" cy="1798210"/>
          </a:xfrm>
          <a:prstGeom prst="rect">
            <a:avLst/>
          </a:prstGeom>
        </p:spPr>
      </p:pic>
      <p:pic>
        <p:nvPicPr>
          <p:cNvPr id="7" name="黄色元素" descr="黄色元素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36779" y="5482112"/>
            <a:ext cx="5763994" cy="12538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88952" cy="12188952"/>
          <a:chOff x="0" y="0"/>
          <a:chExt cx="12188952" cy="12188952"/>
        </a:xfrm>
      </p:grpSpPr>
      <p:pic>
        <p:nvPicPr>
          <p:cNvPr id="2" name="原图参考" descr="原图参考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121889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LayerCraf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